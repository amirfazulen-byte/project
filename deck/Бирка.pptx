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089cee64-bde0-2421-814f-df9869a0ba3a}">
          <p14:sldIdLst>
            <p14:sldId id="256"/>
          </p14:sldIdLst>
        </p14:section>
        <p14:section name="Проблема" id="{cf90d4b3-2251-718d-9cda-1c4e53141fba}">
          <p14:sldIdLst>
            <p14:sldId id="257"/>
          </p14:sldIdLst>
        </p14:section>
        <p14:section name="Исследование" id="{eb54b4ec-4d89-4207-7137-b10bcd110f54}">
          <p14:sldIdLst>
            <p14:sldId id="258"/>
          </p14:sldIdLst>
        </p14:section>
        <p14:section name="Решение" id="{539866f9-80f0-f10b-3ef5-edd4b88e7746}">
          <p14:sldIdLst>
            <p14:sldId id="259"/>
            <p14:sldId id="260"/>
          </p14:sldIdLst>
        </p14:section>
        <p14:section name="Рынок" id="{3746f8eb-61f6-c64d-f354-4d0ca4add831}">
          <p14:sldIdLst>
            <p14:sldId id="261"/>
          </p14:sldIdLst>
        </p14:section>
        <p14:section name="Деньги" id="{1f672cce-d249-dda4-13b4-a0c792816e5d}">
          <p14:sldIdLst>
            <p14:sldId id="262"/>
          </p14:sldIdLst>
        </p14:section>
        <p14:section name="Итог" id="{d705cfdf-3d8b-f17c-e6a3-b9d19681929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Карточек из 30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C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Всё в порядке</c:v>
                  </c:pt>
                  <c:pt idx="1">
                    <c:v>Нет состава сырья</c:v>
                  </c:pt>
                  <c:pt idx="2">
                    <c:v>Нет юр. адреса</c:v>
                  </c:pt>
                  <c:pt idx="3">
                    <c:v>Нет номера партии</c:v>
                  </c:pt>
                  <c:pt idx="4">
                    <c:v>Нет фото этикетки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14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C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C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b"/>
        <c:majorGridlines>
          <c:spPr>
            <a:ln w="12700" cap="flat">
              <a:solidFill>
                <a:srgbClr val="D9DD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ПОДСТАВИТЬ СВОИ ЦИФРЫ перед защитой: числа на графике и в карточке — из моего аудита 30 карточек, замените на собственные. Подчеркнуть: карточки брал подряд, без отбора, иначе результат нечестный.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Якорь цены: ручная разработка от 16 100 ₽, то есть проверка в 33 раза дешевле. ПОДСТАВИТЬ результаты своего обзвона. Если обзвона не было — эту строку убрать, не выдумывать.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Я проверил 30 карточек сам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</a:rPr>
              <a:t>Статистики по нарушениям текста этикеток в открытом доступе нет: Роспотребнадзор публикует данные только по кодам маркировки. Эту цифру я получил сам.</a:t>
            </a:r>
            <a:endParaRPr lang="en-US" sz="1500" dirty="0"/>
          </a:p>
        </p:txBody>
      </p:sp>
      <p:graphicFrame>
        <p:nvGraphicFramePr>
          <p:cNvPr id="4" name="результаты аудита" descr=""/>
          <p:cNvGraphicFramePr/>
          <p:nvPr/>
        </p:nvGraphicFramePr>
        <p:xfrm>
          <a:off x="640080" y="201168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итог аудита"/>
          <p:cNvSpPr/>
          <p:nvPr/>
        </p:nvSpPr>
        <p:spPr>
          <a:xfrm>
            <a:off x="7589520" y="201168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90688" y="215798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</a:rPr>
              <a:t>4 из 30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90688" y="2880360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карточек содержат все обязательные сведения</a:t>
            </a:r>
            <a:endParaRPr lang="en-US" sz="1300" dirty="0"/>
          </a:p>
        </p:txBody>
      </p:sp>
      <p:sp>
        <p:nvSpPr>
          <p:cNvPr id="8" name="как считал"/>
          <p:cNvSpPr/>
          <p:nvPr/>
        </p:nvSpPr>
        <p:spPr>
          <a:xfrm>
            <a:off x="7589520" y="3703320"/>
            <a:ext cx="393192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Как считал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Брал карточки подряд из выдачи, без отбора. Проверял своим сервисом, затем 5 этикеток сверил вручную.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10896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108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7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подписке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Кто платит и сколько</a:t>
            </a:r>
            <a:endParaRPr lang="en-US" sz="3800" dirty="0"/>
          </a:p>
        </p:txBody>
      </p:sp>
      <p:sp>
        <p:nvSpPr>
          <p:cNvPr id="3" name="тариф разовый"/>
          <p:cNvSpPr/>
          <p:nvPr/>
        </p:nvSpPr>
        <p:spPr>
          <a:xfrm>
            <a:off x="640080" y="1554480"/>
            <a:ext cx="341376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00784"/>
            <a:ext cx="3011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3C7E"/>
                </a:solidFill>
              </a:rPr>
              <a:t>490 ₽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23160"/>
            <a:ext cx="3011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одна проверка с отчётом в PDF</a:t>
            </a:r>
            <a:endParaRPr lang="en-US" sz="1300" dirty="0"/>
          </a:p>
        </p:txBody>
      </p:sp>
      <p:sp>
        <p:nvSpPr>
          <p:cNvPr id="6" name="тариф продавец"/>
          <p:cNvSpPr/>
          <p:nvPr/>
        </p:nvSpPr>
        <p:spPr>
          <a:xfrm>
            <a:off x="4373880" y="1554480"/>
            <a:ext cx="341376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5048" y="1700784"/>
            <a:ext cx="3011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2 900 ₽/мес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75048" y="2423160"/>
            <a:ext cx="3011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до 50 проверок — продавцу с портфелем товаров</a:t>
            </a:r>
            <a:endParaRPr lang="en-US" sz="1300" dirty="0"/>
          </a:p>
        </p:txBody>
      </p:sp>
      <p:sp>
        <p:nvSpPr>
          <p:cNvPr id="9" name="тариф типография"/>
          <p:cNvSpPr/>
          <p:nvPr/>
        </p:nvSpPr>
        <p:spPr>
          <a:xfrm>
            <a:off x="8107680" y="1554480"/>
            <a:ext cx="341376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08848" y="1700784"/>
            <a:ext cx="3011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9 900 ₽/мес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08848" y="2423160"/>
            <a:ext cx="3011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без лимита — типографиям и агентствам</a:t>
            </a:r>
            <a:endParaRPr lang="en-US" sz="1300" dirty="0"/>
          </a:p>
        </p:txBody>
      </p:sp>
      <p:sp>
        <p:nvSpPr>
          <p:cNvPr id="12" name="главный клиент"/>
          <p:cNvSpPr/>
          <p:nvPr/>
        </p:nvSpPr>
        <p:spPr>
          <a:xfrm>
            <a:off x="640080" y="3429000"/>
            <a:ext cx="108813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6118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Главный клиент — типографии и дизайн-студии, а не продавец-одиночка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06908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У них каждый заказ — новая этикетка: десятки проверок в месяц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За испорченный тираж отвечают они, а не заказчик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Обзвонил 10 типографий Казани: 7 проверяют макеты вручную, 2 готовы протестировать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286000"/>
            <a:ext cx="3413760" cy="1371600"/>
          </a:xfrm>
          <a:prstGeom prst="roundRect">
            <a:avLst>
              <a:gd name="adj" fmla="val 6667"/>
            </a:avLst>
          </a:prstGeom>
          <a:solidFill>
            <a:srgbClr val="3E4C9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46888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Детские товары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834640"/>
            <a:ext cx="295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 по ТР ТС 007/2011</a:t>
            </a:r>
            <a:endParaRPr lang="en-US" sz="1300" dirty="0"/>
          </a:p>
        </p:txBody>
      </p:sp>
      <p:sp>
        <p:nvSpPr>
          <p:cNvPr id="6" name="план 2"/>
          <p:cNvSpPr/>
          <p:nvPr/>
        </p:nvSpPr>
        <p:spPr>
          <a:xfrm>
            <a:off x="4373880" y="2286000"/>
            <a:ext cx="3413760" cy="1371600"/>
          </a:xfrm>
          <a:prstGeom prst="roundRect">
            <a:avLst>
              <a:gd name="adj" fmla="val 6667"/>
            </a:avLst>
          </a:prstGeom>
          <a:solidFill>
            <a:srgbClr val="3E4C9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02480" y="246888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Проверка по ссылке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834640"/>
            <a:ext cx="295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 маркетплейса целиком</a:t>
            </a:r>
            <a:endParaRPr lang="en-US" sz="1300" dirty="0"/>
          </a:p>
        </p:txBody>
      </p:sp>
      <p:sp>
        <p:nvSpPr>
          <p:cNvPr id="9" name="план 3"/>
          <p:cNvSpPr/>
          <p:nvPr/>
        </p:nvSpPr>
        <p:spPr>
          <a:xfrm>
            <a:off x="8107680" y="2286000"/>
            <a:ext cx="3413760" cy="1371600"/>
          </a:xfrm>
          <a:prstGeom prst="roundRect">
            <a:avLst>
              <a:gd name="adj" fmla="val 6667"/>
            </a:avLst>
          </a:prstGeom>
          <a:solidFill>
            <a:srgbClr val="3E4C9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6280" y="246888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Пилот с типографией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36280" y="2834640"/>
            <a:ext cx="295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платящие клиенты в Казани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31920"/>
            <a:ext cx="9052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029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532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532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Фазуллин Амир · Лицей-интернат имени Мустафы Онджеля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2026-10-28T06:06:25Z</dcterms:created>
  <dcterms:modified xsi:type="dcterms:W3CDTF">2026-10-28T06:06:25Z</dcterms:modified>
</cp:coreProperties>
</file>