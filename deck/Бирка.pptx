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7230f00e-9200-9dbd-a8f3-d0b88d8d77c3}">
          <p14:sldIdLst>
            <p14:sldId id="256"/>
          </p14:sldIdLst>
        </p14:section>
        <p14:section name="Проблема" id="{d202595b-7a1a-3c09-505e-e20c53f42d5f}">
          <p14:sldIdLst>
            <p14:sldId id="257"/>
          </p14:sldIdLst>
        </p14:section>
        <p14:section name="Решение" id="{f0a4a73b-51a8-e2bd-7ae2-af43ae300adb}">
          <p14:sldIdLst>
            <p14:sldId id="258"/>
            <p14:sldId id="259"/>
          </p14:sldIdLst>
        </p14:section>
        <p14:section name="Рынок" id="{5f7d377d-78e4-8882-86dd-82502b313c59}">
          <p14:sldIdLst>
            <p14:sldId id="260"/>
          </p14:sldIdLst>
        </p14:section>
        <p14:section name="Итог" id="{2a3a163c-c347-a22d-0b61-ffc98d67ff1b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4290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6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Детские товары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по ТР ТС 007/2011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Проверка по ссылке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маркетплейса целиком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3E4C94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с типографией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клиенты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в Казани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8920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Фазуллин Амир · Лицей-интернат имени Мустафы Онджеля</a:t>
            </a:r>
            <a:endParaRPr lang="en-US" sz="2200" dirty="0"/>
          </a:p>
        </p:txBody>
      </p:sp>
      <p:sp>
        <p:nvSpPr>
          <p:cNvPr id="9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2026-10-28T06:17:24Z</dcterms:created>
  <dcterms:modified xsi:type="dcterms:W3CDTF">2026-10-28T06:17:24Z</dcterms:modified>
</cp:coreProperties>
</file>