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5edb5aab-1e2b-b598-c65c-6e96860aef77}">
          <p14:sldIdLst>
            <p14:sldId id="256"/>
          </p14:sldIdLst>
        </p14:section>
        <p14:section name="Проблема" id="{3c3b74ee-6c3d-ea37-40d4-8eef24fe5c4e}">
          <p14:sldIdLst>
            <p14:sldId id="257"/>
          </p14:sldIdLst>
        </p14:section>
        <p14:section name="Идея" id="{7ce6d647-70e8-7f65-c57c-c8a566d1133b}">
          <p14:sldIdLst>
            <p14:sldId id="258"/>
          </p14:sldIdLst>
        </p14:section>
        <p14:section name="Отличие" id="{d97b8445-cace-16e1-433b-9d2b23ac7432}">
          <p14:sldIdLst>
            <p14:sldId id="259"/>
          </p14:sldIdLst>
        </p14:section>
        <p14:section name="Итог" id="{7c8e4928-8cd2-8752-f02a-1088919ea7f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люди продают друг другу домашнюю еду и видят, кто торгует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рассказать своими словами. Слушатель должен увидеть картинку: ведро клубники и сосед через улицу. Добавить, что так же живут домашний повар и мини-пекарня.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живой сайт: карточка товара с ценой и отзывы. Остальное перечислить бегло и сразу перейти к возражению.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холодный старт отвечать честно: начинаем с продавцов, которых в районе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Замкнуть историю: начали с ведра клубники, закончили тем, что схема повторяется для любого домашнего продавца.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Свежее от </a:t>
            </a:r>
            <a:pPr algn="l" indent="0" marL="0">
              <a:buNone/>
            </a:pPr>
            <a:r>
              <a:rPr lang="en-US" sz="54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Площадка, где видно, кто готовит и выращивает на продажу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на соседних улицах. Дальше — одна история, от ведра клубники до заказа.</a:t>
            </a:r>
            <a:endParaRPr lang="en-US" sz="1900" dirty="0"/>
          </a:p>
        </p:txBody>
      </p:sp>
      <p:sp>
        <p:nvSpPr>
          <p:cNvPr id="5" name="метка 1"/>
          <p:cNvSpPr/>
          <p:nvPr/>
        </p:nvSpPr>
        <p:spPr>
          <a:xfrm>
            <a:off x="822960" y="4251960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Самовывоз</a:t>
            </a:r>
            <a:endParaRPr lang="en-US" sz="1300" dirty="0"/>
          </a:p>
        </p:txBody>
      </p:sp>
      <p:sp>
        <p:nvSpPr>
          <p:cNvPr id="6" name="метка 2"/>
          <p:cNvSpPr/>
          <p:nvPr/>
        </p:nvSpPr>
        <p:spPr>
          <a:xfrm>
            <a:off x="2743200" y="425196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Рядом с вами</a:t>
            </a:r>
            <a:endParaRPr lang="en-US" sz="1300" dirty="0"/>
          </a:p>
        </p:txBody>
      </p:sp>
      <p:sp>
        <p:nvSpPr>
          <p:cNvPr id="7" name="метка 3"/>
          <p:cNvSpPr/>
          <p:nvPr/>
        </p:nvSpPr>
        <p:spPr>
          <a:xfrm>
            <a:off x="5029200" y="4251960"/>
            <a:ext cx="192024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Свои люди</a:t>
            </a:r>
            <a:endParaRPr lang="en-US" sz="1300" dirty="0"/>
          </a:p>
        </p:txBody>
      </p:sp>
      <p:sp>
        <p:nvSpPr>
          <p:cNvPr id="8" name="подпись"/>
          <p:cNvSpPr txBox="1"/>
          <p:nvPr/>
        </p:nvSpPr>
        <p:spPr>
          <a:xfrm>
            <a:off x="822960" y="5120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7"/>
                </a:solidFill>
              </a:rPr>
              <a:t>Хамитов Амир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B6B66"/>
                </a:solidFill>
              </a:rPr>
              <a:t>Лицей-интернат имени Мустафы Онджеля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1 · КАК ПРОДАЮТ СЕЙЧАС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Рядом, но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находят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друг друга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7"/>
                </a:solidFill>
              </a:rPr>
              <a:t>Моя бабушка собрала ведро клубники. На соседней улице есть человек, который купил бы его сегодня вечером. Они друг о друге не знают.</a:t>
            </a:r>
            <a:endParaRPr lang="en-US" sz="2000" dirty="0"/>
          </a:p>
        </p:txBody>
      </p:sp>
      <p:sp>
        <p:nvSpPr>
          <p:cNvPr id="6" name="рынок"/>
          <p:cNvSpPr/>
          <p:nvPr/>
        </p:nvSpPr>
        <p:spPr>
          <a:xfrm>
            <a:off x="82296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Ехать в райцентр и стоять там полдня ради одного ведра</a:t>
            </a:r>
            <a:endParaRPr lang="en-US" sz="1600" dirty="0"/>
          </a:p>
        </p:txBody>
      </p:sp>
      <p:sp>
        <p:nvSpPr>
          <p:cNvPr id="7" name="чат"/>
          <p:cNvSpPr/>
          <p:nvPr/>
        </p:nvSpPr>
        <p:spPr>
          <a:xfrm>
            <a:off x="443484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 посёлка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Объявление тонет за час, и непонятно, у кого вкусно</a:t>
            </a:r>
            <a:endParaRPr lang="en-US" sz="1600" dirty="0"/>
          </a:p>
        </p:txBody>
      </p:sp>
      <p:sp>
        <p:nvSpPr>
          <p:cNvPr id="8" name="никак"/>
          <p:cNvSpPr/>
          <p:nvPr/>
        </p:nvSpPr>
        <p:spPr>
          <a:xfrm>
            <a:off x="804672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Никому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Ведро остаётся дома и через два дня пропадает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Клубника живёт два дня — покупателя надо найти сегодня. И он есть, в трёх домах отсюда.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2 · ЧТО ДЕЛАЕТ «СВОЯЕДА»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ведро, но его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видно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Бабушка выкладывает клубнику за минуту — и её сразу видят соседи</a:t>
            </a:r>
            <a:endParaRPr lang="en-US" sz="1900" dirty="0"/>
          </a:p>
        </p:txBody>
      </p:sp>
      <p:sp>
        <p:nvSpPr>
          <p:cNvPr id="6" name="каталог"/>
          <p:cNvSpPr/>
          <p:nvPr/>
        </p:nvSpPr>
        <p:spPr>
          <a:xfrm>
            <a:off x="82296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Товар и цена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Фотография, цена и единица — клубника, ведро</a:t>
            </a:r>
            <a:endParaRPr lang="en-US" sz="1600" dirty="0"/>
          </a:p>
        </p:txBody>
      </p:sp>
      <p:sp>
        <p:nvSpPr>
          <p:cNvPr id="7" name="отзывы"/>
          <p:cNvSpPr/>
          <p:nvPr/>
        </p:nvSpPr>
        <p:spPr>
          <a:xfrm>
            <a:off x="443484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Отзывы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8" name="самовывоз"/>
          <p:cNvSpPr/>
          <p:nvPr/>
        </p:nvSpPr>
        <p:spPr>
          <a:xfrm>
            <a:off x="804672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Забрал по пути, без доставки и курьеров</a:t>
            </a:r>
            <a:endParaRPr lang="en-US" sz="1600" dirty="0"/>
          </a:p>
        </p:txBody>
      </p:sp>
      <p:sp>
        <p:nvSpPr>
          <p:cNvPr id="9" name="роли"/>
          <p:cNvSpPr/>
          <p:nvPr/>
        </p:nvSpPr>
        <p:spPr>
          <a:xfrm>
            <a:off x="82296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Покупать или стать продавцом — в один клик</a:t>
            </a:r>
            <a:endParaRPr lang="en-US" sz="1600" dirty="0"/>
          </a:p>
        </p:txBody>
      </p:sp>
      <p:sp>
        <p:nvSpPr>
          <p:cNvPr id="10" name="телефон"/>
          <p:cNvSpPr/>
          <p:nvPr/>
        </p:nvSpPr>
        <p:spPr>
          <a:xfrm>
            <a:off x="443484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телефона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Открывается в браузере, ставить ничего не нужно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Ведро уходит в тот же вечер. Тут обычно спрашивают: а чем не подошли чат и Авито?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3 · ВОЗРАЖЕНИЕ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Авито про вещи, мы —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ужин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1A17"/>
                </a:solidFill>
              </a:rPr>
              <a:t>На Авито ищут диван и телефон, а не ведро клубники: объявление видно по всему городу, сделка идёт днями, а за свежей ягодой никто не поедет через полгорода. В чате объявление тонет за час, и всё равно непонятно, у кого вкусно.</a:t>
            </a:r>
            <a:endParaRPr lang="en-US" sz="17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91840"/>
          <a:ext cx="10515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продают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 и доски объявлений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весь город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6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соседи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Еду рядом ищут не так, как диван в другом конце города. Поэтому для неё нужна своя площадка.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4 · ЧТО ДАЛЬШЕ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ведро — и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 же всё остальное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6B6B66"/>
                </a:solidFill>
              </a:rPr>
              <a:t>С клубникой получилось. Ровно так же продаются домашняя выпечка, мёд, молоко и обеды — и в селе, и в городе: везде есть те, кто готовит, и те, кто рад купить рядом с домом.</a:t>
            </a:r>
            <a:endParaRPr lang="en-US" sz="1800" dirty="0"/>
          </a:p>
        </p:txBody>
      </p:sp>
      <p:sp>
        <p:nvSpPr>
          <p:cNvPr id="6" name="план 1"/>
          <p:cNvSpPr/>
          <p:nvPr/>
        </p:nvSpPr>
        <p:spPr>
          <a:xfrm>
            <a:off x="82296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продавцы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те, кого в районе уже знают</a:t>
            </a:r>
            <a:endParaRPr lang="en-US" sz="1500" dirty="0"/>
          </a:p>
        </p:txBody>
      </p:sp>
      <p:sp>
        <p:nvSpPr>
          <p:cNvPr id="7" name="план 2"/>
          <p:cNvSpPr/>
          <p:nvPr/>
        </p:nvSpPr>
        <p:spPr>
          <a:xfrm>
            <a:off x="443484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районы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та же схема, без переделок</a:t>
            </a:r>
            <a:endParaRPr lang="en-US" sz="1500" dirty="0"/>
          </a:p>
        </p:txBody>
      </p:sp>
      <p:sp>
        <p:nvSpPr>
          <p:cNvPr id="8" name="финал"/>
          <p:cNvSpPr txBox="1"/>
          <p:nvPr/>
        </p:nvSpPr>
        <p:spPr>
          <a:xfrm>
            <a:off x="822960" y="4983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</a:rPr>
              <a:t>Спасибо за внимание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1A1A17"/>
      </a:dk1>
      <a:lt1>
        <a:srgbClr val="FFFFFF"/>
      </a:lt1>
      <a:dk2>
        <a:srgbClr val="14331E"/>
      </a:dk2>
      <a:lt2>
        <a:srgbClr val="F7F7F2"/>
      </a:lt2>
      <a:accent1>
        <a:srgbClr val="1E6B33"/>
      </a:accent1>
      <a:accent2>
        <a:srgbClr val="19542A"/>
      </a:accent2>
      <a:accent3>
        <a:srgbClr val="6B6B66"/>
      </a:accent3>
      <a:accent4>
        <a:srgbClr val="3E9455"/>
      </a:accent4>
      <a:accent5>
        <a:srgbClr val="E3F0E6"/>
      </a:accent5>
      <a:accent6>
        <a:srgbClr val="E6E6DF"/>
      </a:accent6>
      <a:hlink>
        <a:srgbClr val="1E6B33"/>
      </a:hlink>
      <a:folHlink>
        <a:srgbClr val="6B6B66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2026-10-28T08:27:17Z</dcterms:created>
  <dcterms:modified xsi:type="dcterms:W3CDTF">2026-10-28T08:27:17Z</dcterms:modified>
</cp:coreProperties>
</file>