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ткрытие" id="{54299397-c75c-ab46-82ea-c70e0f3b17f6}">
          <p14:sldIdLst>
            <p14:sldId id="256"/>
          </p14:sldIdLst>
        </p14:section>
        <p14:section name="Проблема" id="{967f53a6-b8f8-f423-0f0a-7aeb511f8796}">
          <p14:sldIdLst>
            <p14:sldId id="257"/>
          </p14:sldIdLst>
        </p14:section>
        <p14:section name="Идея" id="{e585b122-3946-18d8-bb86-c65ecdfae1c1}">
          <p14:sldIdLst>
            <p14:sldId id="258"/>
          </p14:sldIdLst>
        </p14:section>
        <p14:section name="Отличие" id="{b9657dd0-cd1f-66db-7b52-02b49b3d4576}">
          <p14:sldIdLst>
            <p14:sldId id="259"/>
          </p14:sldIdLst>
        </p14:section>
        <p14:section name="Итог" id="{390a563c-d109-1156-5a63-7acd14abcf9b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Представиться. Назвать проект одной фразой: площадка, где люди продают друг другу домашнюю еду и видят, кто торгует рядом.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Историю рассказать своими словами, не читать с листа. Главное — слушатель должен увидеть картинку: ведро клубники и сосед через улицу.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 показать карту с расстоянием — этого нет ни в чате, ни на больших площадках. Остальное перечислить бегло.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спросят про холодный старт — ответить честно: начинаем с тех продавцов, которых в районе и так все знают, первые отзывы появятся за неделю.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Закончить на том, что решение подходит любому селу и городу, и поблагодарить.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80960" y="365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B66"/>
                </a:solidFill>
              </a:rPr>
              <a:t>svoya-eda.tatnet.app</a:t>
            </a:r>
            <a:endParaRPr lang="en-US" sz="1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0116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Свежее от </a:t>
            </a:r>
            <a:pPr algn="l" indent="0" marL="0">
              <a:buNone/>
            </a:pPr>
            <a:r>
              <a:rPr lang="en-US" sz="54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своих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46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B6B66"/>
                </a:solidFill>
              </a:rPr>
              <a:t>Домашние повара, бабушки с картошкой, мини-пекарни и огородники —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6B6B66"/>
                </a:solidFill>
              </a:rPr>
              <a:t>всё на одной карте рядом с вами</a:t>
            </a:r>
            <a:endParaRPr lang="en-US" sz="1900" dirty="0"/>
          </a:p>
        </p:txBody>
      </p:sp>
      <p:sp>
        <p:nvSpPr>
          <p:cNvPr id="5" name="метка 1"/>
          <p:cNvSpPr/>
          <p:nvPr/>
        </p:nvSpPr>
        <p:spPr>
          <a:xfrm>
            <a:off x="822960" y="4251960"/>
            <a:ext cx="1737360" cy="384048"/>
          </a:xfrm>
          <a:prstGeom prst="roundRect">
            <a:avLst>
              <a:gd name="adj" fmla="val 119048"/>
            </a:avLst>
          </a:prstGeom>
          <a:solidFill>
            <a:srgbClr val="E3F0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Самовывоз</a:t>
            </a:r>
            <a:endParaRPr lang="en-US" sz="1300" dirty="0"/>
          </a:p>
        </p:txBody>
      </p:sp>
      <p:sp>
        <p:nvSpPr>
          <p:cNvPr id="6" name="метка 2"/>
          <p:cNvSpPr/>
          <p:nvPr/>
        </p:nvSpPr>
        <p:spPr>
          <a:xfrm>
            <a:off x="2743200" y="4251960"/>
            <a:ext cx="2103120" cy="384048"/>
          </a:xfrm>
          <a:prstGeom prst="roundRect">
            <a:avLst>
              <a:gd name="adj" fmla="val 119048"/>
            </a:avLst>
          </a:prstGeom>
          <a:solidFill>
            <a:srgbClr val="E3F0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Рядом с вами</a:t>
            </a:r>
            <a:endParaRPr lang="en-US" sz="1300" dirty="0"/>
          </a:p>
        </p:txBody>
      </p:sp>
      <p:sp>
        <p:nvSpPr>
          <p:cNvPr id="7" name="метка 3"/>
          <p:cNvSpPr/>
          <p:nvPr/>
        </p:nvSpPr>
        <p:spPr>
          <a:xfrm>
            <a:off x="5029200" y="4251960"/>
            <a:ext cx="1920240" cy="384048"/>
          </a:xfrm>
          <a:prstGeom prst="roundRect">
            <a:avLst>
              <a:gd name="adj" fmla="val 119048"/>
            </a:avLst>
          </a:prstGeom>
          <a:solidFill>
            <a:srgbClr val="E3F0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Свои люди</a:t>
            </a:r>
            <a:endParaRPr lang="en-US" sz="1300" dirty="0"/>
          </a:p>
        </p:txBody>
      </p:sp>
      <p:sp>
        <p:nvSpPr>
          <p:cNvPr id="8" name="подпись"/>
          <p:cNvSpPr txBox="1"/>
          <p:nvPr/>
        </p:nvSpPr>
        <p:spPr>
          <a:xfrm>
            <a:off x="822960" y="5120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7"/>
                </a:solidFill>
              </a:rPr>
              <a:t>Хамитов Амир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6B6B66"/>
                </a:solidFill>
              </a:rPr>
              <a:t>Лицей-интернат имени Мустафы Онджеля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515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Рядом, но </a:t>
            </a:r>
            <a:pPr algn="l" indent="0" marL="0">
              <a:buNone/>
            </a:pPr>
            <a:r>
              <a:rPr lang="en-US" sz="38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находят</a:t>
            </a:r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друг друга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057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A1A17"/>
                </a:solidFill>
              </a:rPr>
              <a:t>Бабушка собрала ведро клубники. Через два дня она испортится. А на соседней улице есть человек, который купил бы её сегодня вечером.</a:t>
            </a:r>
            <a:endParaRPr lang="en-US" sz="2000" dirty="0"/>
          </a:p>
        </p:txBody>
      </p:sp>
      <p:sp>
        <p:nvSpPr>
          <p:cNvPr id="5" name="рынок"/>
          <p:cNvSpPr/>
          <p:nvPr/>
        </p:nvSpPr>
        <p:spPr>
          <a:xfrm>
            <a:off x="822960" y="3154680"/>
            <a:ext cx="32918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Рынок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Ехать в райцентр и стоять там полдня ради одного ведра</a:t>
            </a:r>
            <a:endParaRPr lang="en-US" sz="1600" dirty="0"/>
          </a:p>
        </p:txBody>
      </p:sp>
      <p:sp>
        <p:nvSpPr>
          <p:cNvPr id="6" name="авито"/>
          <p:cNvSpPr/>
          <p:nvPr/>
        </p:nvSpPr>
        <p:spPr>
          <a:xfrm>
            <a:off x="4434840" y="3154680"/>
            <a:ext cx="32918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Объявления в интернете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Пока покупатель найдётся и договорится, ягоды пропадут</a:t>
            </a:r>
            <a:endParaRPr lang="en-US" sz="1600" dirty="0"/>
          </a:p>
        </p:txBody>
      </p:sp>
      <p:sp>
        <p:nvSpPr>
          <p:cNvPr id="7" name="чат"/>
          <p:cNvSpPr/>
          <p:nvPr/>
        </p:nvSpPr>
        <p:spPr>
          <a:xfrm>
            <a:off x="8046720" y="3154680"/>
            <a:ext cx="32918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Чат посёлка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Объявление тонет за час, и непонятно, у кого вкусно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983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B6B66"/>
                </a:solidFill>
              </a:rPr>
              <a:t>То же самое у домашнего повара, у мини-пекарни и у любого, кто готовит или выращивает на продажу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515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Сосед </a:t>
            </a:r>
            <a:pPr algn="l" indent="0" marL="0">
              <a:buNone/>
            </a:pPr>
            <a:r>
              <a:rPr lang="en-US" sz="38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видит</a:t>
            </a:r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соседа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0116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B6B66"/>
                </a:solidFill>
              </a:rPr>
              <a:t>Место, где видно, что продаётся рядом с тобой прямо сейчас</a:t>
            </a:r>
            <a:endParaRPr lang="en-US" sz="1900" dirty="0"/>
          </a:p>
        </p:txBody>
      </p:sp>
      <p:sp>
        <p:nvSpPr>
          <p:cNvPr id="5" name="карта"/>
          <p:cNvSpPr/>
          <p:nvPr/>
        </p:nvSpPr>
        <p:spPr>
          <a:xfrm>
            <a:off x="822960" y="2697480"/>
            <a:ext cx="329184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Всё на карте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Видно, кто продаёт рядом и сколько до него идти</a:t>
            </a:r>
            <a:endParaRPr lang="en-US" sz="1600" dirty="0"/>
          </a:p>
        </p:txBody>
      </p:sp>
      <p:sp>
        <p:nvSpPr>
          <p:cNvPr id="6" name="каталог"/>
          <p:cNvSpPr/>
          <p:nvPr/>
        </p:nvSpPr>
        <p:spPr>
          <a:xfrm>
            <a:off x="4434840" y="2697480"/>
            <a:ext cx="329184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Товар и цена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Фотография, цена и единица — клубника, ведро</a:t>
            </a:r>
            <a:endParaRPr lang="en-US" sz="1600" dirty="0"/>
          </a:p>
        </p:txBody>
      </p:sp>
      <p:sp>
        <p:nvSpPr>
          <p:cNvPr id="7" name="отзывы"/>
          <p:cNvSpPr/>
          <p:nvPr/>
        </p:nvSpPr>
        <p:spPr>
          <a:xfrm>
            <a:off x="8046720" y="2697480"/>
            <a:ext cx="329184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Отзывы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Видно, у кого покупать второй раз</a:t>
            </a:r>
            <a:endParaRPr lang="en-US" sz="1600" dirty="0"/>
          </a:p>
        </p:txBody>
      </p:sp>
      <p:sp>
        <p:nvSpPr>
          <p:cNvPr id="8" name="самовывоз"/>
          <p:cNvSpPr/>
          <p:nvPr/>
        </p:nvSpPr>
        <p:spPr>
          <a:xfrm>
            <a:off x="822960" y="434340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Самовывоз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Забрал по пути, без доставки и курьеров</a:t>
            </a:r>
            <a:endParaRPr lang="en-US" sz="1600" dirty="0"/>
          </a:p>
        </p:txBody>
      </p:sp>
      <p:sp>
        <p:nvSpPr>
          <p:cNvPr id="9" name="роли"/>
          <p:cNvSpPr/>
          <p:nvPr/>
        </p:nvSpPr>
        <p:spPr>
          <a:xfrm>
            <a:off x="4434840" y="434340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роли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Покупать или стать продавцом — в один клик</a:t>
            </a:r>
            <a:endParaRPr lang="en-US" sz="1600" dirty="0"/>
          </a:p>
        </p:txBody>
      </p:sp>
      <p:sp>
        <p:nvSpPr>
          <p:cNvPr id="10" name="телефон"/>
          <p:cNvSpPr/>
          <p:nvPr/>
        </p:nvSpPr>
        <p:spPr>
          <a:xfrm>
            <a:off x="8046720" y="434340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 телефона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Открывается в браузере, ставить ничего не нужно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515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не чат и </a:t>
            </a:r>
            <a:pPr algn="l" indent="0" marL="0">
              <a:buNone/>
            </a:pPr>
            <a:r>
              <a:rPr lang="en-US" sz="38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Авито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01168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A1A17"/>
                </a:solidFill>
              </a:rPr>
              <a:t>В чате объявление тонет за час, и всё равно не знаешь, у кого клубника вкусная. Здесь у продавца остаются отзывы — сразу видно, к кому идти второй раз.</a:t>
            </a:r>
            <a:endParaRPr lang="en-US" sz="1800" dirty="0"/>
          </a:p>
        </p:txBody>
      </p:sp>
      <p:graphicFrame>
        <p:nvGraphicFramePr>
          <p:cNvPr id="5" name="сравнение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971800"/>
          <a:ext cx="105156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194560"/>
                <a:gridCol w="2194560"/>
                <a:gridCol w="2194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продают сейчас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ждать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Видно, кто рядом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репутация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Рынок в райцентре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полдня стоять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Чат посёлка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тонет за час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Большие площадки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дни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частично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6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«СвояЕда»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тот же вечер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да, на карте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да, отзывы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 еда — от </a:t>
            </a:r>
            <a:pPr algn="l" indent="0" marL="0">
              <a:buNone/>
            </a:pPr>
            <a:r>
              <a:rPr lang="en-US" sz="40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своих людей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688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B6B66"/>
                </a:solidFill>
              </a:rPr>
              <a:t>Площадка работает одинаково в селе и в городе: везде есть те, кто готовит и выращивает, и те, кто рад купить рядом с домом.</a:t>
            </a:r>
            <a:endParaRPr lang="en-US" sz="1900" dirty="0"/>
          </a:p>
        </p:txBody>
      </p:sp>
      <p:sp>
        <p:nvSpPr>
          <p:cNvPr id="5" name="план 1"/>
          <p:cNvSpPr/>
          <p:nvPr/>
        </p:nvSpPr>
        <p:spPr>
          <a:xfrm>
            <a:off x="822960" y="3429000"/>
            <a:ext cx="32918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Первые продавцы</a:t>
            </a:r>
            <a:endParaRPr lang="en-US" sz="15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B6B66"/>
                </a:solidFill>
              </a:rPr>
              <a:t>те, кого уже знают</a:t>
            </a:r>
            <a:endParaRPr lang="en-US" sz="1500" dirty="0"/>
          </a:p>
        </p:txBody>
      </p:sp>
      <p:sp>
        <p:nvSpPr>
          <p:cNvPr id="6" name="план 2"/>
          <p:cNvSpPr/>
          <p:nvPr/>
        </p:nvSpPr>
        <p:spPr>
          <a:xfrm>
            <a:off x="4434840" y="3429000"/>
            <a:ext cx="32918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Новые районы</a:t>
            </a:r>
            <a:endParaRPr lang="en-US" sz="15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B6B66"/>
                </a:solidFill>
              </a:rPr>
              <a:t>та же схема</a:t>
            </a:r>
            <a:endParaRPr lang="en-US" sz="1500" dirty="0"/>
          </a:p>
        </p:txBody>
      </p:sp>
      <p:sp>
        <p:nvSpPr>
          <p:cNvPr id="7" name="план 3"/>
          <p:cNvSpPr/>
          <p:nvPr/>
        </p:nvSpPr>
        <p:spPr>
          <a:xfrm>
            <a:off x="8046720" y="3429000"/>
            <a:ext cx="32918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Уведомления</a:t>
            </a:r>
            <a:endParaRPr lang="en-US" sz="15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B6B66"/>
                </a:solidFill>
              </a:rPr>
              <a:t>«рядом появилась клубника»</a:t>
            </a:r>
            <a:endParaRPr lang="en-US" sz="1500" dirty="0"/>
          </a:p>
        </p:txBody>
      </p:sp>
      <p:sp>
        <p:nvSpPr>
          <p:cNvPr id="8" name="финал"/>
          <p:cNvSpPr txBox="1"/>
          <p:nvPr/>
        </p:nvSpPr>
        <p:spPr>
          <a:xfrm>
            <a:off x="822960" y="493776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svoya-eda.tatnet.app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6B6B66"/>
                </a:solidFill>
              </a:rPr>
              <a:t>Спасибо. Готов ответить на вопросы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voyaEda">
  <a:themeElements>
    <a:clrScheme name="SvoyaEda">
      <a:dk1>
        <a:srgbClr val="1A1A17"/>
      </a:dk1>
      <a:lt1>
        <a:srgbClr val="FFFFFF"/>
      </a:lt1>
      <a:dk2>
        <a:srgbClr val="14331E"/>
      </a:dk2>
      <a:lt2>
        <a:srgbClr val="F7F7F2"/>
      </a:lt2>
      <a:accent1>
        <a:srgbClr val="1E6B33"/>
      </a:accent1>
      <a:accent2>
        <a:srgbClr val="19542A"/>
      </a:accent2>
      <a:accent3>
        <a:srgbClr val="6B6B66"/>
      </a:accent3>
      <a:accent4>
        <a:srgbClr val="3E9455"/>
      </a:accent4>
      <a:accent5>
        <a:srgbClr val="E3F0E6"/>
      </a:accent5>
      <a:accent6>
        <a:srgbClr val="E6E6DF"/>
      </a:accent6>
      <a:hlink>
        <a:srgbClr val="1E6B33"/>
      </a:hlink>
      <a:folHlink>
        <a:srgbClr val="6B6B66"/>
      </a:folHlink>
    </a:clrScheme>
    <a:fontScheme name="SvoyaEd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СвояЕда — площадка для домашних продавцов</dc:title>
  <dc:subject>PptxGenJS Presentation</dc:subject>
  <dc:creator>Проект «СвояЕда»</dc:creator>
  <cp:lastModifiedBy>Проект «СвояЕда»</cp:lastModifiedBy>
  <cp:revision>1</cp:revision>
  <dcterms:created xsi:type="dcterms:W3CDTF">2026-10-28T08:05:47Z</dcterms:created>
  <dcterms:modified xsi:type="dcterms:W3CDTF">2026-10-28T08:05:47Z</dcterms:modified>
</cp:coreProperties>
</file>