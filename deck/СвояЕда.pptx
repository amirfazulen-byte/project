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ea4be431-da1b-afba-05d5-e0fa5b3dded9}">
          <p14:sldIdLst>
            <p14:sldId id="256"/>
          </p14:sldIdLst>
        </p14:section>
        <p14:section name="Проблема" id="{b1fe6725-6fca-bc64-29e4-565e94f81740}">
          <p14:sldIdLst>
            <p14:sldId id="257"/>
          </p14:sldIdLst>
        </p14:section>
        <p14:section name="Идея" id="{b944415d-bf72-20dd-a017-364758c47861}">
          <p14:sldIdLst>
            <p14:sldId id="258"/>
          </p14:sldIdLst>
        </p14:section>
        <p14:section name="Отличие" id="{4e5a8524-d2e3-9b99-88a0-207b43c2ca31}">
          <p14:sldIdLst>
            <p14:sldId id="259"/>
          </p14:sldIdLst>
        </p14:section>
        <p14:section name="Итог" id="{33e42c4c-b677-b064-f696-bec330c951b9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Представиться. Назвать проект одной фразой: площадка, где люди продают друг другу домашнюю еду и видят, кто торгует рядом.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Историю рассказать своими словами. Слушатель должен увидеть картинку: ведро клубники и сосед через улицу. Добавить, что так же живут домашний повар и мини-пекарня.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Показать живой сайт: карточка товара с ценой и отзывы. Остальное перечислить бегло и сразу перейти к возражению.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 холодный старт отвечать честно: начинаем с продавцов, которых в районе и так все знают, первые отзывы появятся за неделю.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Замкнуть историю: начали с ведра клубники, закончили тем, что схема повторяется для любого домашнего продавца. Поблагодарить.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фото клубники" descr="/home/user/project/deck/img/klubnik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0"/>
            <a:ext cx="4389120" cy="6858000"/>
          </a:xfrm>
          <a:prstGeom prst="rect">
            <a:avLst/>
          </a:prstGeom>
        </p:spPr>
      </p:pic>
      <p:sp>
        <p:nvSpPr>
          <p:cNvPr id="3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0116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Свежее от </a:t>
            </a:r>
            <a:pPr algn="l" indent="0" marL="0">
              <a:buNone/>
            </a:pPr>
            <a:r>
              <a:rPr lang="en-US" sz="50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своих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461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Площадка, где видно, кто готовит и выращивает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на продажу на соседних улицах</a:t>
            </a:r>
            <a:endParaRPr lang="en-US" sz="1900" dirty="0"/>
          </a:p>
        </p:txBody>
      </p:sp>
      <p:sp>
        <p:nvSpPr>
          <p:cNvPr id="6" name="метка 1"/>
          <p:cNvSpPr/>
          <p:nvPr/>
        </p:nvSpPr>
        <p:spPr>
          <a:xfrm>
            <a:off x="822960" y="4251960"/>
            <a:ext cx="173736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Самовывоз</a:t>
            </a:r>
            <a:endParaRPr lang="en-US" sz="1300" dirty="0"/>
          </a:p>
        </p:txBody>
      </p:sp>
      <p:sp>
        <p:nvSpPr>
          <p:cNvPr id="7" name="метка 2"/>
          <p:cNvSpPr/>
          <p:nvPr/>
        </p:nvSpPr>
        <p:spPr>
          <a:xfrm>
            <a:off x="2743200" y="4251960"/>
            <a:ext cx="210312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Рядом с вами</a:t>
            </a:r>
            <a:endParaRPr lang="en-US" sz="1300" dirty="0"/>
          </a:p>
        </p:txBody>
      </p:sp>
      <p:sp>
        <p:nvSpPr>
          <p:cNvPr id="8" name="метка 3"/>
          <p:cNvSpPr/>
          <p:nvPr/>
        </p:nvSpPr>
        <p:spPr>
          <a:xfrm>
            <a:off x="5029200" y="4251960"/>
            <a:ext cx="192024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Свои люди</a:t>
            </a:r>
            <a:endParaRPr lang="en-US" sz="1300" dirty="0"/>
          </a:p>
        </p:txBody>
      </p:sp>
      <p:sp>
        <p:nvSpPr>
          <p:cNvPr id="9" name="подпись"/>
          <p:cNvSpPr txBox="1"/>
          <p:nvPr/>
        </p:nvSpPr>
        <p:spPr>
          <a:xfrm>
            <a:off x="822960" y="5120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7"/>
                </a:solidFill>
              </a:rPr>
              <a:t>Хамитов Амир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6B6B66"/>
                </a:solidFill>
              </a:rPr>
              <a:t>Лицей-интернат имени Мустафы Онджеля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1 · КАК ПРОДАЮТ СЕЙЧАС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Рядом, но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находят</a:t>
            </a:r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друг друга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17"/>
                </a:solidFill>
              </a:rPr>
              <a:t>Моя бабушка собрала ведро клубники. На соседней улице есть человек, который купил бы его сегодня вечером. Они друг о друге не знают.</a:t>
            </a:r>
            <a:endParaRPr lang="en-US" sz="2000" dirty="0"/>
          </a:p>
        </p:txBody>
      </p:sp>
      <p:sp>
        <p:nvSpPr>
          <p:cNvPr id="6" name="рынок"/>
          <p:cNvSpPr/>
          <p:nvPr/>
        </p:nvSpPr>
        <p:spPr>
          <a:xfrm>
            <a:off x="82296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Ехать в райцентр и стоять там полдня ради одного ведра</a:t>
            </a:r>
            <a:endParaRPr lang="en-US" sz="1600" dirty="0"/>
          </a:p>
        </p:txBody>
      </p:sp>
      <p:sp>
        <p:nvSpPr>
          <p:cNvPr id="7" name="чат"/>
          <p:cNvSpPr/>
          <p:nvPr/>
        </p:nvSpPr>
        <p:spPr>
          <a:xfrm>
            <a:off x="443484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Чат посёлка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Объявление тонет за час, и непонятно, у кого вкусно</a:t>
            </a:r>
            <a:endParaRPr lang="en-US" sz="1600" dirty="0"/>
          </a:p>
        </p:txBody>
      </p:sp>
      <p:sp>
        <p:nvSpPr>
          <p:cNvPr id="8" name="никак"/>
          <p:cNvSpPr/>
          <p:nvPr/>
        </p:nvSpPr>
        <p:spPr>
          <a:xfrm>
            <a:off x="804672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Никому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Ведро остаётся дома и через два дня пропадает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Клубника живёт два дня — покупателя надо найти сегодня. И он есть, в трёх домах отсюда.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2 · ЧТО ДЕЛАЕТ «СВОЯЕДА»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ведро, но его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видно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Бабушка выкладывает клубнику за минуту — и её сразу видят соседи</a:t>
            </a:r>
            <a:endParaRPr lang="en-US" sz="1900" dirty="0"/>
          </a:p>
        </p:txBody>
      </p:sp>
      <p:sp>
        <p:nvSpPr>
          <p:cNvPr id="6" name="каталог"/>
          <p:cNvSpPr/>
          <p:nvPr/>
        </p:nvSpPr>
        <p:spPr>
          <a:xfrm>
            <a:off x="82296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Товар и цена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Фотография, цена и единица — клубника, ведро</a:t>
            </a:r>
            <a:endParaRPr lang="en-US" sz="1600" dirty="0"/>
          </a:p>
        </p:txBody>
      </p:sp>
      <p:sp>
        <p:nvSpPr>
          <p:cNvPr id="7" name="отзывы"/>
          <p:cNvSpPr/>
          <p:nvPr/>
        </p:nvSpPr>
        <p:spPr>
          <a:xfrm>
            <a:off x="443484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Отзывы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Видно, у кого покупать второй раз</a:t>
            </a:r>
            <a:endParaRPr lang="en-US" sz="1600" dirty="0"/>
          </a:p>
        </p:txBody>
      </p:sp>
      <p:sp>
        <p:nvSpPr>
          <p:cNvPr id="8" name="самовывоз"/>
          <p:cNvSpPr/>
          <p:nvPr/>
        </p:nvSpPr>
        <p:spPr>
          <a:xfrm>
            <a:off x="804672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Самовывоз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Забрал по пути, без доставки и курьеров</a:t>
            </a:r>
            <a:endParaRPr lang="en-US" sz="1600" dirty="0"/>
          </a:p>
        </p:txBody>
      </p:sp>
      <p:sp>
        <p:nvSpPr>
          <p:cNvPr id="9" name="роли"/>
          <p:cNvSpPr/>
          <p:nvPr/>
        </p:nvSpPr>
        <p:spPr>
          <a:xfrm>
            <a:off x="822960" y="416052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роли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Покупать или стать продавцом — в один клик</a:t>
            </a:r>
            <a:endParaRPr lang="en-US" sz="1600" dirty="0"/>
          </a:p>
        </p:txBody>
      </p:sp>
      <p:sp>
        <p:nvSpPr>
          <p:cNvPr id="10" name="телефон"/>
          <p:cNvSpPr/>
          <p:nvPr/>
        </p:nvSpPr>
        <p:spPr>
          <a:xfrm>
            <a:off x="4434840" y="416052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телефона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Открывается в браузере, ставить ничего не нужно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Ведро уходит в тот же вечер. Тут обычно спрашивают: а чем не подошли чат и Авито?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3 · ВОЗРАЖЕНИЕ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Авито про вещи, мы —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ужин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1A17"/>
                </a:solidFill>
              </a:rPr>
              <a:t>На Авито ищут диван и телефон, а не ведро клубники: объявление видно по всему городу, сделка идёт днями, а за свежей ягодой никто не поедет через полгорода. В чате объявление тонет за час, и всё равно непонятно, у кого вкусно.</a:t>
            </a:r>
            <a:endParaRPr lang="en-US" sz="1700" dirty="0"/>
          </a:p>
        </p:txBody>
      </p:sp>
      <p:graphicFrame>
        <p:nvGraphicFramePr>
          <p:cNvPr id="5" name="сравнение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291840"/>
          <a:ext cx="10515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Где продают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ждать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Видно, кто рядом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репутация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Рынок в райцентре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полдня стоять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Чат посёлка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тонет за час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Авито и доски объявлений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нет, весь город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6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«СвояЕда»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тот же вечер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соседи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отзывы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Еду рядом ищут не так, как диван в другом конце города. Поэтому для неё нужна своя площадка.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4 · ЧТО ДАЛЬШЕ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ведро — и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так же всё остальное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6B6B66"/>
                </a:solidFill>
              </a:rPr>
              <a:t>С клубникой получилось. Ровно так же продаются домашняя выпечка, мёд, молоко и обеды — и в селе, и в городе: везде есть те, кто готовит, и те, кто рад купить рядом с домом.</a:t>
            </a:r>
            <a:endParaRPr lang="en-US" sz="1800" dirty="0"/>
          </a:p>
        </p:txBody>
      </p:sp>
      <p:sp>
        <p:nvSpPr>
          <p:cNvPr id="6" name="план 1"/>
          <p:cNvSpPr/>
          <p:nvPr/>
        </p:nvSpPr>
        <p:spPr>
          <a:xfrm>
            <a:off x="822960" y="347472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Первые продавцы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6B66"/>
                </a:solidFill>
              </a:rPr>
              <a:t>те, кого в районе уже знают</a:t>
            </a:r>
            <a:endParaRPr lang="en-US" sz="1500" dirty="0"/>
          </a:p>
        </p:txBody>
      </p:sp>
      <p:sp>
        <p:nvSpPr>
          <p:cNvPr id="7" name="план 2"/>
          <p:cNvSpPr/>
          <p:nvPr/>
        </p:nvSpPr>
        <p:spPr>
          <a:xfrm>
            <a:off x="4434840" y="347472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Новые районы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6B66"/>
                </a:solidFill>
              </a:rPr>
              <a:t>та же схема, без переделок</a:t>
            </a:r>
            <a:endParaRPr lang="en-US" sz="1500" dirty="0"/>
          </a:p>
        </p:txBody>
      </p:sp>
      <p:pic>
        <p:nvPicPr>
          <p:cNvPr id="8" name="фото хлеба" descr="/home/user/project/deck/img/hle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3474720"/>
            <a:ext cx="3291840" cy="1234440"/>
          </a:xfrm>
          <a:prstGeom prst="rect">
            <a:avLst/>
          </a:prstGeom>
        </p:spPr>
      </p:pic>
      <p:sp>
        <p:nvSpPr>
          <p:cNvPr id="9" name="финал"/>
          <p:cNvSpPr txBox="1"/>
          <p:nvPr/>
        </p:nvSpPr>
        <p:spPr>
          <a:xfrm>
            <a:off x="822960" y="49834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svoya-eda.tatnet.app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</a:rPr>
              <a:t>Спасибо за внимание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voyaEda">
  <a:themeElements>
    <a:clrScheme name="SvoyaEda">
      <a:dk1>
        <a:srgbClr val="1A1A17"/>
      </a:dk1>
      <a:lt1>
        <a:srgbClr val="FFFFFF"/>
      </a:lt1>
      <a:dk2>
        <a:srgbClr val="14331E"/>
      </a:dk2>
      <a:lt2>
        <a:srgbClr val="F7F7F2"/>
      </a:lt2>
      <a:accent1>
        <a:srgbClr val="1E6B33"/>
      </a:accent1>
      <a:accent2>
        <a:srgbClr val="19542A"/>
      </a:accent2>
      <a:accent3>
        <a:srgbClr val="6B6B66"/>
      </a:accent3>
      <a:accent4>
        <a:srgbClr val="3E9455"/>
      </a:accent4>
      <a:accent5>
        <a:srgbClr val="E3F0E6"/>
      </a:accent5>
      <a:accent6>
        <a:srgbClr val="E6E6DF"/>
      </a:accent6>
      <a:hlink>
        <a:srgbClr val="1E6B33"/>
      </a:hlink>
      <a:folHlink>
        <a:srgbClr val="6B6B66"/>
      </a:folHlink>
    </a:clrScheme>
    <a:fontScheme name="SvoyaEd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СвояЕда — площадка для домашних продавцов</dc:title>
  <dc:subject>PptxGenJS Presentation</dc:subject>
  <dc:creator>Проект «СвояЕда»</dc:creator>
  <cp:lastModifiedBy>Проект «СвояЕда»</cp:lastModifiedBy>
  <cp:revision>1</cp:revision>
  <dcterms:created xsi:type="dcterms:W3CDTF">2026-10-28T08:25:03Z</dcterms:created>
  <dcterms:modified xsi:type="dcterms:W3CDTF">2026-10-28T08:25:03Z</dcterms:modified>
</cp:coreProperties>
</file>