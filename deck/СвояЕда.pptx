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8110ec88-cf79-fd8b-0650-ce2605430c28}">
          <p14:sldIdLst>
            <p14:sldId id="256"/>
          </p14:sldIdLst>
        </p14:section>
        <p14:section name="Проблема" id="{8c5dd259-12cb-769c-e0a5-45af82ddaa93}">
          <p14:sldIdLst>
            <p14:sldId id="257"/>
          </p14:sldIdLst>
        </p14:section>
        <p14:section name="Идея" id="{d5e8ef51-dda0-7619-b51f-ab3da70ae802}">
          <p14:sldIdLst>
            <p14:sldId id="258"/>
          </p14:sldIdLst>
        </p14:section>
        <p14:section name="Отличие" id="{896f6a0f-7a98-8e9f-c07c-7d2458ef8410}">
          <p14:sldIdLst>
            <p14:sldId id="259"/>
          </p14:sldIdLst>
        </p14:section>
        <p14:section name="Итог" id="{dbd6ed7c-7fcf-ca95-7789-dc83fa18df56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словами. Слушатель должен увидеть картинку: ведро клубники и сосед через улицу. Добавить, что так же живут домашний повар и мини-пекарня.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живой сайт: карточка товара с ценой и отзывы. Остальное перечислить бегло и сразу перейти к возражению.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холодный старт отвечать честно: начинаем с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Замкнуть историю: начали с ведра клубники, закончили тем, что схема повторяется для любого домашнего продавца.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сайт на телефоне" descr="/home/user/project/deck/img/sait-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182880"/>
            <a:ext cx="3383280" cy="5623560"/>
          </a:xfrm>
          <a:prstGeom prst="rect">
            <a:avLst/>
          </a:prstGeom>
        </p:spPr>
      </p:pic>
      <p:sp>
        <p:nvSpPr>
          <p:cNvPr id="3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0116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0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461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Площадка, где видно, кто готовит и выращивает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на продажу на соседних улицах</a:t>
            </a:r>
            <a:endParaRPr lang="en-US" sz="1900" dirty="0"/>
          </a:p>
        </p:txBody>
      </p:sp>
      <p:sp>
        <p:nvSpPr>
          <p:cNvPr id="6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7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8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9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1 · КАК ПРОДАЮТ СЕЙЧАС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Моя бабушка собрала ведро клубники. На соседней улице есть человек, который купил бы его сегодня вечером. Они друг о друге не знают.</a:t>
            </a:r>
            <a:endParaRPr lang="en-US" sz="2000" dirty="0"/>
          </a:p>
        </p:txBody>
      </p:sp>
      <p:sp>
        <p:nvSpPr>
          <p:cNvPr id="6" name="рынок"/>
          <p:cNvSpPr/>
          <p:nvPr/>
        </p:nvSpPr>
        <p:spPr>
          <a:xfrm>
            <a:off x="82296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443484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никак"/>
          <p:cNvSpPr/>
          <p:nvPr/>
        </p:nvSpPr>
        <p:spPr>
          <a:xfrm>
            <a:off x="804672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Никому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Ведро остаётся дома и через два дня пропадает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Клубника живёт два дня — покупателя надо найти сегодня. И он есть, в трёх домах отсюда.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2 · ЧТО ДЕЛАЕТ «СВОЯЕДА»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ведро, но его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видно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Бабушка выкладывает клубнику за минуту — и её сразу видят соседи</a:t>
            </a:r>
            <a:endParaRPr lang="en-US" sz="1900" dirty="0"/>
          </a:p>
        </p:txBody>
      </p:sp>
      <p:sp>
        <p:nvSpPr>
          <p:cNvPr id="6" name="каталог"/>
          <p:cNvSpPr/>
          <p:nvPr/>
        </p:nvSpPr>
        <p:spPr>
          <a:xfrm>
            <a:off x="82296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7" name="отзывы"/>
          <p:cNvSpPr/>
          <p:nvPr/>
        </p:nvSpPr>
        <p:spPr>
          <a:xfrm>
            <a:off x="443484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8" name="самовывоз"/>
          <p:cNvSpPr/>
          <p:nvPr/>
        </p:nvSpPr>
        <p:spPr>
          <a:xfrm>
            <a:off x="804672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9" name="роли"/>
          <p:cNvSpPr/>
          <p:nvPr/>
        </p:nvSpPr>
        <p:spPr>
          <a:xfrm>
            <a:off x="82296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0" name="телефон"/>
          <p:cNvSpPr/>
          <p:nvPr/>
        </p:nvSpPr>
        <p:spPr>
          <a:xfrm>
            <a:off x="443484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Ведро уходит в тот же вечер. Тут обычно спрашивают: а чем не подошли чат и Авито?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3 · ВОЗРАЖЕНИЕ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Авито про вещи, мы —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ужин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1A17"/>
                </a:solidFill>
              </a:rPr>
              <a:t>На Авито ищут диван и телефон, а не ведро клубники: объявление видно по всему городу, сделка идёт днями, а за свежей ягодой никто не поедет через полгорода. В чате объявление тонет за час, и всё равно непонятно, у кого вкусно.</a:t>
            </a:r>
            <a:endParaRPr lang="en-US" sz="17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9184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продают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 и доски объявлений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весь город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соседи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Еду рядом ищут не так, как диван в другом конце города. Поэтому для неё нужна своя площадка.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4 · ЧТО ДАЛЬШЕ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ведро —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же всё остальное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С клубникой получилось. Ровно так же продаются выпечка, мёд,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молоко и обеды — и в селе, и в городе.</a:t>
            </a:r>
            <a:endParaRPr lang="en-US" sz="1800" dirty="0"/>
          </a:p>
        </p:txBody>
      </p:sp>
      <p:sp>
        <p:nvSpPr>
          <p:cNvPr id="6" name="план 1"/>
          <p:cNvSpPr/>
          <p:nvPr/>
        </p:nvSpPr>
        <p:spPr>
          <a:xfrm>
            <a:off x="82296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в районе уже знают</a:t>
            </a:r>
            <a:endParaRPr lang="en-US" sz="1500" dirty="0"/>
          </a:p>
        </p:txBody>
      </p:sp>
      <p:sp>
        <p:nvSpPr>
          <p:cNvPr id="7" name="план 2"/>
          <p:cNvSpPr/>
          <p:nvPr/>
        </p:nvSpPr>
        <p:spPr>
          <a:xfrm>
            <a:off x="443484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схема, без переделок</a:t>
            </a:r>
            <a:endParaRPr lang="en-US" sz="1500" dirty="0"/>
          </a:p>
        </p:txBody>
      </p:sp>
      <p:pic>
        <p:nvPicPr>
          <p:cNvPr id="8" name="сайт на экране" descr="/home/user/project/deck/img/sait-ek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468880"/>
            <a:ext cx="3291840" cy="2240280"/>
          </a:xfrm>
          <a:prstGeom prst="rect">
            <a:avLst/>
          </a:prstGeom>
        </p:spPr>
      </p:pic>
      <p:sp>
        <p:nvSpPr>
          <p:cNvPr id="9" name="финал"/>
          <p:cNvSpPr txBox="1"/>
          <p:nvPr/>
        </p:nvSpPr>
        <p:spPr>
          <a:xfrm>
            <a:off x="822960" y="4983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 за внимание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2026-10-28T08:26:42Z</dcterms:created>
  <dcterms:modified xsi:type="dcterms:W3CDTF">2026-10-28T08:26:42Z</dcterms:modified>
</cp:coreProperties>
</file>