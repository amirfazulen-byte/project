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885f2e85-c2c5-c5fb-44db-57f96864635a}">
          <p14:sldIdLst>
            <p14:sldId id="256"/>
          </p14:sldIdLst>
        </p14:section>
        <p14:section name="Проблема" id="{01eb1c6b-191e-2cb9-6283-86a517d3e563}">
          <p14:sldIdLst>
            <p14:sldId id="257"/>
          </p14:sldIdLst>
        </p14:section>
        <p14:section name="Решение" id="{82e767aa-6d98-63c5-f908-c2a64e2571f1}">
          <p14:sldIdLst>
            <p14:sldId id="258"/>
          </p14:sldIdLst>
        </p14:section>
        <p14:section name="Рынок" id="{48162c82-73de-7255-44db-45c907778989}">
          <p14:sldIdLst>
            <p14:sldId id="259"/>
          </p14:sldIdLst>
        </p14:section>
        <p14:section name="Итог" id="{f9eca94b-952f-8650-fc6e-6fdea4f01d0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 и назвать проект одной фразой: тренажёр, который помогает школьнику не бояться отвечать у доски.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Цифра ВЦИОМ — про взрослых, это честно и стоит сказать. 65% и возраст 6–8 класса — из школьного исследования на 114 учениках, выборка небольшая. ЛУЧШЕ ВСЕГО: опросить 20–30 одноклассников и поставить свою цифру — это сильнее любой чужой статистики.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Подчеркнуть: это не советы «не волнуйся», а конкретные действия, которые можно сделать прямо сейчас у доски.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29 990 ₽ — реальный онлайн-курс ораторского искусства, найден в открытом доступе. Главная мысль слайда: мы решаем узкую задачу быстро, а не учим ораторскому мастерству вообще.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441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0"/>
                </a:solidFill>
              </a:rPr>
              <a:t>Спокойно у доски · тренажёр для школьников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0"/>
                </a:solidFill>
              </a:rPr>
              <a:t>Спокойно у доски · тренажёр для школьников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Спокойно у доски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Не надо быть идеальным — надо быть понятным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5DADD"/>
                </a:solidFill>
              </a:rPr>
              <a:t>Тренажёр для школьников, которые боятся отвечать у доски</a:t>
            </a:r>
            <a:endParaRPr lang="en-US" sz="1600" dirty="0"/>
          </a:p>
        </p:txBody>
      </p:sp>
      <p:sp>
        <p:nvSpPr>
          <p:cNvPr id="5" name="подпись"/>
          <p:cNvSpPr txBox="1"/>
          <p:nvPr/>
        </p:nvSpPr>
        <p:spPr>
          <a:xfrm>
            <a:off x="640080" y="49834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Батыршин Ильназ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C5DADD"/>
                </a:solidFill>
              </a:rPr>
              <a:t>Лицей-интернат имени Мустафы Онджеля</a:t>
            </a:r>
            <a:endParaRPr lang="en-US" sz="19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8FAEB3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Страх у доски мешает учиться</a:t>
            </a:r>
            <a:endParaRPr lang="en-US" sz="3800" dirty="0"/>
          </a:p>
        </p:txBody>
      </p:sp>
      <p:sp>
        <p:nvSpPr>
          <p:cNvPr id="3" name="вциом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11%</a:t>
            </a:r>
            <a:endParaRPr lang="en-US" sz="3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людей в России боятся публичных выступлений — опрос ВЦИОМ</a:t>
            </a:r>
            <a:endParaRPr lang="en-US" sz="3800" dirty="0"/>
          </a:p>
        </p:txBody>
      </p:sp>
      <p:sp>
        <p:nvSpPr>
          <p:cNvPr id="4" name="школьники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65%</a:t>
            </a:r>
            <a:endParaRPr lang="en-US" sz="3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школьников знаком этот страх — опрос 114 учеников в школьном исследовании</a:t>
            </a:r>
            <a:endParaRPr lang="en-US" sz="3800" dirty="0"/>
          </a:p>
        </p:txBody>
      </p:sp>
      <p:sp>
        <p:nvSpPr>
          <p:cNvPr id="5" name="возраст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6 и 8 класс</a:t>
            </a:r>
            <a:endParaRPr lang="en-US" sz="2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возраст, когда страх встречается чаще всего</a:t>
            </a:r>
            <a:endParaRPr lang="en-US" sz="2400" dirty="0"/>
          </a:p>
        </p:txBody>
      </p:sp>
      <p:sp>
        <p:nvSpPr>
          <p:cNvPr id="6" name="что происходит"/>
          <p:cNvSpPr/>
          <p:nvPr/>
        </p:nvSpPr>
        <p:spPr>
          <a:xfrm>
            <a:off x="640080" y="370332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1F8F8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4414F"/>
                </a:solidFill>
              </a:rPr>
              <a:t>Что происходит на уроке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Ученик знает материал, но у доски теряется: забывает структуру, говорит обрывками, получает оценку ниже своих знаний. Со временем начинает избегать ответов вообще.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B80"/>
                </a:solidFill>
              </a:rPr>
              <a:t>Школьное исследование — небольшая выборка. Свои цифры по классу надёжнее: опросите 20–30 одноклассников.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Три инструмента вместо советов</a:t>
            </a:r>
            <a:endParaRPr lang="en-US" sz="3800" dirty="0"/>
          </a:p>
        </p:txBody>
      </p:sp>
      <p:sp>
        <p:nvSpPr>
          <p:cNvPr id="3" name="приёмы"/>
          <p:cNvSpPr/>
          <p:nvPr/>
        </p:nvSpPr>
        <p:spPr>
          <a:xfrm>
            <a:off x="64008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Быстрые приёмы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Дыхание 4-7-8, точка опоры под ногами, один спокойный взгляд в классе. Работают за 10–15 секунд, пока идёшь к доске.</a:t>
            </a:r>
            <a:endParaRPr lang="en-US" sz="1700" dirty="0"/>
          </a:p>
        </p:txBody>
      </p:sp>
      <p:sp>
        <p:nvSpPr>
          <p:cNvPr id="4" name="скелет"/>
          <p:cNvSpPr/>
          <p:nvPr/>
        </p:nvSpPr>
        <p:spPr>
          <a:xfrm>
            <a:off x="438912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Скелет ответа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Вступление, 2–3 главных момента, вывод. Готовые фразы можно скопировать: «Я хочу рассказать о…», «Во-первых, …», «Таким образом, …».</a:t>
            </a:r>
            <a:endParaRPr lang="en-US" sz="1700" dirty="0"/>
          </a:p>
        </p:txBody>
      </p:sp>
      <p:sp>
        <p:nvSpPr>
          <p:cNvPr id="5" name="тренажёр"/>
          <p:cNvSpPr/>
          <p:nvPr/>
        </p:nvSpPr>
        <p:spPr>
          <a:xfrm>
            <a:off x="813816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Тренажёр на минуту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Выбираешь тему или крутишь колесо, за минуту записываешь тезисы и отмечаешь, что получилось. Без оценки.</a:t>
            </a:r>
            <a:endParaRPr lang="en-US" sz="1700" dirty="0"/>
          </a:p>
        </p:txBody>
      </p:sp>
      <p:sp>
        <p:nvSpPr>
          <p:cNvPr id="6" name="принцип"/>
          <p:cNvSpPr/>
          <p:nvPr/>
        </p:nvSpPr>
        <p:spPr>
          <a:xfrm>
            <a:off x="640080" y="4114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Главный принцип — без оценок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5EDEF"/>
                </a:solidFill>
              </a:rPr>
              <a:t>Там, где ставят оценку, страх только растёт. Здесь ученик тренируется один, в своём темпе, и никто не видит его ошибок.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Чем отличается от курсов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414F"/>
                </a:solidFill>
              </a:rPr>
              <a:t>Курсы учат выступать вообще. Здесь решается одна конкретная ситуация — ответ у доски, и тренировка занимает минуту, а не недели.</a:t>
            </a:r>
            <a:endParaRPr lang="en-US" sz="15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3774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есть сейчас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занимает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оценка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ораторского искусства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29 990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Репетитор по риторике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месяцы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Школьный психолог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записи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Советы в интернете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«Спокойно у доски»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0C6070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Запись голоса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проговорить ответ вслух, а не только записать тезисы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0C6070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Темы по предметам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биология, история, литература — под реальные уроки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0C6070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Класс целиком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учитель открывает тренажёр для всего класса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C5DADD"/>
                </a:solidFill>
              </a:rPr>
              <a:t>Начать можно с одного класса: тренажёр ничего не стоит и не требует разрешений — достаточно открыть ссылку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8920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</a:rPr>
              <a:t>govor.tatnet.app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8FAEB3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6E8E94"/>
                </a:solidFill>
              </a:rPr>
              <a:t>Батыршин Ильназ · 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okoyno">
  <a:themeElements>
    <a:clrScheme name="Spokoyno">
      <a:dk1>
        <a:srgbClr val="16262B"/>
      </a:dk1>
      <a:lt1>
        <a:srgbClr val="FFFFFF"/>
      </a:lt1>
      <a:dk2>
        <a:srgbClr val="04414F"/>
      </a:dk2>
      <a:lt2>
        <a:srgbClr val="F1F8F8"/>
      </a:lt2>
      <a:accent1>
        <a:srgbClr val="028090"/>
      </a:accent1>
      <a:accent2>
        <a:srgbClr val="00A896"/>
      </a:accent2>
      <a:accent3>
        <a:srgbClr val="6B7B80"/>
      </a:accent3>
      <a:accent4>
        <a:srgbClr val="02C39A"/>
      </a:accent4>
      <a:accent5>
        <a:srgbClr val="0C6070"/>
      </a:accent5>
      <a:accent6>
        <a:srgbClr val="D5E4E6"/>
      </a:accent6>
      <a:hlink>
        <a:srgbClr val="028090"/>
      </a:hlink>
      <a:folHlink>
        <a:srgbClr val="6B7B80"/>
      </a:folHlink>
    </a:clrScheme>
    <a:fontScheme name="Spokoy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Спокойно у доски — тренажёр для школьников</dc:title>
  <dc:subject>PptxGenJS Presentation</dc:subject>
  <dc:creator>Проект «Спокойно у доски»</dc:creator>
  <cp:lastModifiedBy>Проект «Спокойно у доски»</cp:lastModifiedBy>
  <cp:revision>1</cp:revision>
  <dcterms:created xsi:type="dcterms:W3CDTF">2026-10-28T06:37:17Z</dcterms:created>
  <dcterms:modified xsi:type="dcterms:W3CDTF">2026-10-28T06:37:17Z</dcterms:modified>
</cp:coreProperties>
</file>